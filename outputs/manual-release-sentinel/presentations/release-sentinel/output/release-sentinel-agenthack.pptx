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7d812639e94bd3" /><Relationship Type="http://schemas.openxmlformats.org/officeDocument/2006/relationships/extended-properties" Target="/docProps/app.xml" Id="R57ef769bf04b4d05" /><Relationship Type="http://schemas.openxmlformats.org/officeDocument/2006/relationships/officeDocument" Target="/ppt/presentation.xml" Id="Rb655f122188946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e4751d722b45f9"/>
  </p:sldMasterIdLst>
  <p:notesMasterIdLst>
    <p:notesMasterId xmlns:r="http://schemas.openxmlformats.org/officeDocument/2006/relationships" r:id="Rb60d592463144e0e"/>
  </p:notesMasterIdLst>
  <p:sldIdLst>
    <p:sldId xmlns:r="http://schemas.openxmlformats.org/officeDocument/2006/relationships" id="256" r:id="R87b75ff9585b4839"/>
    <p:sldId xmlns:r="http://schemas.openxmlformats.org/officeDocument/2006/relationships" id="257" r:id="Rae3e8fd76b21463f"/>
    <p:sldId xmlns:r="http://schemas.openxmlformats.org/officeDocument/2006/relationships" id="258" r:id="Rc77b3e1a18794b56"/>
    <p:sldId xmlns:r="http://schemas.openxmlformats.org/officeDocument/2006/relationships" id="259" r:id="R7e955b785b3a4df1"/>
    <p:sldId xmlns:r="http://schemas.openxmlformats.org/officeDocument/2006/relationships" id="260" r:id="Rff6436c9ebe841b4"/>
    <p:sldId xmlns:r="http://schemas.openxmlformats.org/officeDocument/2006/relationships" id="261" r:id="Rce7ee5852eff4f01"/>
    <p:sldId xmlns:r="http://schemas.openxmlformats.org/officeDocument/2006/relationships" id="262" r:id="R613a17cacc1d4487"/>
    <p:sldId xmlns:r="http://schemas.openxmlformats.org/officeDocument/2006/relationships" id="263" r:id="R8fd61ad827ae4f90"/>
    <p:sldId xmlns:r="http://schemas.openxmlformats.org/officeDocument/2006/relationships" id="264" r:id="R2c9a28e159a641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4751d722b45f9" /><Relationship Type="http://schemas.openxmlformats.org/officeDocument/2006/relationships/theme" Target="/ppt/theme/theme1.xml" Id="Rfe42f3eb48984556" /><Relationship Type="http://schemas.openxmlformats.org/officeDocument/2006/relationships/notesMaster" Target="/ppt/notesMasters/notesMaster1.xml" Id="Rb60d592463144e0e" /><Relationship Type="http://schemas.openxmlformats.org/officeDocument/2006/relationships/presProps" Target="/ppt/presProps.xml" Id="Raec0eff83bfa405c" /><Relationship Type="http://schemas.openxmlformats.org/officeDocument/2006/relationships/viewProps" Target="/ppt/viewProps.xml" Id="R6a838f8c5a91492f" /><Relationship Type="http://schemas.openxmlformats.org/officeDocument/2006/relationships/tableStyles" Target="/ppt/tableStyles.xml" Id="Re845757f180740e8" /><Relationship Type="http://schemas.openxmlformats.org/officeDocument/2006/relationships/slide" Target="/ppt/slides/slide1.xml" Id="R87b75ff9585b4839" /><Relationship Type="http://schemas.openxmlformats.org/officeDocument/2006/relationships/slide" Target="/ppt/slides/slide2.xml" Id="Rae3e8fd76b21463f" /><Relationship Type="http://schemas.openxmlformats.org/officeDocument/2006/relationships/slide" Target="/ppt/slides/slide3.xml" Id="Rc77b3e1a18794b56" /><Relationship Type="http://schemas.openxmlformats.org/officeDocument/2006/relationships/slide" Target="/ppt/slides/slide4.xml" Id="R7e955b785b3a4df1" /><Relationship Type="http://schemas.openxmlformats.org/officeDocument/2006/relationships/slide" Target="/ppt/slides/slide5.xml" Id="Rff6436c9ebe841b4" /><Relationship Type="http://schemas.openxmlformats.org/officeDocument/2006/relationships/slide" Target="/ppt/slides/slide6.xml" Id="Rce7ee5852eff4f01" /><Relationship Type="http://schemas.openxmlformats.org/officeDocument/2006/relationships/slide" Target="/ppt/slides/slide7.xml" Id="R613a17cacc1d4487" /><Relationship Type="http://schemas.openxmlformats.org/officeDocument/2006/relationships/slide" Target="/ppt/slides/slide8.xml" Id="R8fd61ad827ae4f90" /><Relationship Type="http://schemas.openxmlformats.org/officeDocument/2006/relationships/slide" Target="/ppt/slides/slide9.xml" Id="R2c9a28e159a641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cfeb6eb31fb40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e359b83795452f" /><Relationship Type="http://schemas.openxmlformats.org/officeDocument/2006/relationships/notesMaster" Target="/ppt/notesMasters/notesMaster1.xml" Id="R66469f4b22e74e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e85a4e6dbc488a" /><Relationship Type="http://schemas.openxmlformats.org/officeDocument/2006/relationships/notesMaster" Target="/ppt/notesMasters/notesMaster1.xml" Id="R873cf328f9cc4d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09e1433a5b48ea" /><Relationship Type="http://schemas.openxmlformats.org/officeDocument/2006/relationships/notesMaster" Target="/ppt/notesMasters/notesMaster1.xml" Id="R22ef8c60a84848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872488cc2f42f0" /><Relationship Type="http://schemas.openxmlformats.org/officeDocument/2006/relationships/notesMaster" Target="/ppt/notesMasters/notesMaster1.xml" Id="Rc7f3e973d91e42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f98c460df94988" /><Relationship Type="http://schemas.openxmlformats.org/officeDocument/2006/relationships/notesMaster" Target="/ppt/notesMasters/notesMaster1.xml" Id="Rb6db1138e7764d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afd6512c4a452b" /><Relationship Type="http://schemas.openxmlformats.org/officeDocument/2006/relationships/notesMaster" Target="/ppt/notesMasters/notesMaster1.xml" Id="R5be2d5202c814d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e63d1948b74b13" /><Relationship Type="http://schemas.openxmlformats.org/officeDocument/2006/relationships/notesMaster" Target="/ppt/notesMasters/notesMaster1.xml" Id="R04b2cd5072a742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ee58ce118c42da" /><Relationship Type="http://schemas.openxmlformats.org/officeDocument/2006/relationships/notesMaster" Target="/ppt/notesMasters/notesMaster1.xml" Id="Rbf8e8c6a17144d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a559dcf51d45dc" /><Relationship Type="http://schemas.openxmlformats.org/officeDocument/2006/relationships/notesMaster" Target="/ppt/notesMasters/notesMaster1.xml" Id="R0b87a31b96114d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d6ac4b0f540e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98316d67b9844ee" /><Relationship Type="http://schemas.openxmlformats.org/officeDocument/2006/relationships/slideLayout" Target="/ppt/slideLayouts/slideLayout2.xml" Id="R9d5267a215f044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5267a215f044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c7ce9150ac42bd" /><Relationship Type="http://schemas.openxmlformats.org/officeDocument/2006/relationships/notesSlide" Target="/ppt/notesSlides/notesSlide1.xml" Id="R558990c6b3374c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91bb764b2a49f1" /><Relationship Type="http://schemas.openxmlformats.org/officeDocument/2006/relationships/notesSlide" Target="/ppt/notesSlides/notesSlide2.xml" Id="R7f8a95016f99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71b47a83614929" /><Relationship Type="http://schemas.openxmlformats.org/officeDocument/2006/relationships/notesSlide" Target="/ppt/notesSlides/notesSlide3.xml" Id="R29d48a8857204e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9db83afddf41fe" /><Relationship Type="http://schemas.openxmlformats.org/officeDocument/2006/relationships/notesSlide" Target="/ppt/notesSlides/notesSlide4.xml" Id="R9fd5f8475e1240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a0d4ace77d4d8d" /><Relationship Type="http://schemas.openxmlformats.org/officeDocument/2006/relationships/notesSlide" Target="/ppt/notesSlides/notesSlide5.xml" Id="R76c6fbafd5884d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828e58827f4686" /><Relationship Type="http://schemas.openxmlformats.org/officeDocument/2006/relationships/notesSlide" Target="/ppt/notesSlides/notesSlide6.xml" Id="Rf00ef12ada964f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d2c1c68ce34fbd" /><Relationship Type="http://schemas.openxmlformats.org/officeDocument/2006/relationships/notesSlide" Target="/ppt/notesSlides/notesSlide7.xml" Id="Rbcdf48a1e01e4f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c3a0f7ee9c4d2d" /><Relationship Type="http://schemas.openxmlformats.org/officeDocument/2006/relationships/notesSlide" Target="/ppt/notesSlides/notesSlide8.xml" Id="R43be4a924abb4a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39dc4a38040a9" /><Relationship Type="http://schemas.openxmlformats.org/officeDocument/2006/relationships/notesSlide" Target="/ppt/notesSlides/notesSlide9.xml" Id="Re25608ee6f4748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667387-5904-41D7-A601-CBBCB2FF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C390B-856B-4427-880C-2E8EE4D3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3AB11-E83A-43C6-B6DF-0BB9E432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A5B57-0C26-480E-B022-781FB06D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Release Sentinel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1006D-EA37-4166-9C9B-1C1A3BD1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Agentic release-risk and self-healing testing for UiPath Test Cloud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79F40-6446-4DE9-AC23-752A4B8E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D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D5C40-E4E7-4D2D-BDCC-3E16FC7F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D7B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B62"/>
                </a:solidFill>
                <a:latin typeface="Aptos"/>
                <a:ea typeface="Aptos"/>
                <a:cs typeface="Aptos"/>
              </a:rPr>
              <a:t>Track 3: Test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C1584-C7E5-46FA-8603-E8219DB2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813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8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B9A9F-2A0A-4C99-9AB6-B5FB46AB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06C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6C25"/>
                </a:solidFill>
                <a:latin typeface="Aptos"/>
                <a:ea typeface="Aptos"/>
                <a:cs typeface="Aptos"/>
              </a:rPr>
              <a:t>Coding-agent bonus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51E0B-1FBB-4349-A64E-B2887B35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B72DE-DA4B-4B98-BD11-EF97240C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69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A7B56-7F09-407A-8AFC-60CFF1B6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0505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67334-9687-4362-A45E-3B785E8E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287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839BC-F58D-4FCB-BD4C-25C9BFE4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79085-FCD7-4250-8AD4-2A45C2F8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683E1-CD68-4E81-8A17-3A8D87DA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25E01-4E94-4A9E-8624-4F6E2BAF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B3D27-DA34-4A55-BD64-2AA8EC6E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43819-7351-45D1-8820-34EDE002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575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EBA1E-4C13-4A42-AE67-9B4E3018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957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Verdict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A800F-302F-4643-8413-08E5F768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3385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D4708-9155-436E-9BCC-EEDEB041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7B2B5-29CE-4336-89C4-2A70DBDB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94055-B496-4E31-892B-1B53D21C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285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EA2A2E-588B-4AC3-922A-C70375F8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61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Agents choose what to test. UiPath executes and governs. People approve the uncertain boundary.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95C30-FCDF-4349-B0A1-0F3B211E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31480E-219B-4D3B-A975-9EDF00AB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UiPath AgentHack Track 3: Test Cloud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42235-B478-459D-B289-55CDDBF9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979503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773295-1F4C-431F-B30B-A9502B44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4ADDF-6128-4D3E-9309-C2934B77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C4871-0644-4AC7-8FCC-C35E4633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RELEASE 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F4A93-D448-4D77-83CC-1AFF5AB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Enterprise testing breaks when agents change workflows faster than QA can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9AE31-0467-4560-8A4B-379189F3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07F0C-F12B-4166-B3A4-7F266639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06C2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06C25"/>
                </a:solidFill>
                <a:latin typeface="Aptos"/>
                <a:ea typeface="Aptos"/>
                <a:cs typeface="Aptos"/>
              </a:rPr>
              <a:t>Over-test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91BB2-6268-4480-B3C6-BC5685B3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Full regression for every change wastes cycle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19DFE-574F-4AF7-BC13-5CFE67D4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9545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D1322-656E-473F-B300-00F9E737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13A3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3A34"/>
                </a:solidFill>
                <a:latin typeface="Aptos"/>
                <a:ea typeface="Aptos"/>
                <a:cs typeface="Aptos"/>
              </a:rPr>
              <a:t>Under-test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82C1B-6AC0-4008-93EF-46A144DC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Static suites miss the real business capability at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802FA-580D-4954-A684-556D7DE6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9545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2FF05-3652-476F-9107-B0D7B6A6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859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Delay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2F745-E133-4F1B-B73C-1FB0AC99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2410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Humans spend release windows classifying noisy failures.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883AA-832C-4C30-923E-E68BAC43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B0964-1204-4E79-8B8F-74587598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7B6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D7B62"/>
                </a:solidFill>
                <a:latin typeface="Aptos"/>
                <a:ea typeface="Aptos"/>
                <a:cs typeface="Aptos"/>
              </a:rPr>
              <a:t>Trust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91F06-DB89-44D1-BE6E-FDB44538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2410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Teams need evidence, auditability, and a safe handoff.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A093C-EDCC-4EC0-B1D2-DB8C62D6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E74D5-07B5-402A-8925-46E46B2C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45C82-124F-4AC1-85F8-B8AA9283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The test question changed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356A9-0D70-4E8A-B43C-21D7C6EE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4629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The enterprise no longer needs only a pass/fail dashboard. It needs an agent that understands change impact, chooses the right Test Cloud evidence, and explains whether release is safe.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67DAD-C8C9-4E39-BB88-9319B1BE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660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3E335-FD91-4457-8E4B-DBC5A949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66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78482-9CC9-4D7B-929B-4EC0BAE3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The governance question did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105B7-1426-49F0-9D84-E7FA5DEE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71900"/>
            <a:ext cx="4629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Ambiguous outcomes still need human ownership. Release Sentinel routes uncertainty to Action Center instead of silently turning a weak signal into a release approval.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AC7A77-9853-4728-B8AB-16B8E57A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622FD-CB30-48D8-AA61-D06339AE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UiPath AgentHack Track 3: Test Cloud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C8D33-561D-48FF-8F4C-B006706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05919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90E805-ED1C-432C-85E6-6A5F0CDB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277C7-A30E-4773-A967-5875E9D8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6A978-2D88-4538-8A8C-6B1F6FE4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RELEASE 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C873E-2C49-4299-BC6E-A8247E31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Solution flow: risk-aware test orchestration with an auditable release verdict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F11F1-079D-4D13-8250-A534A6D2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19D9D-C92D-4F73-B6FC-D4E481D0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C3826-2A8D-445D-B774-CE22B11F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Change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DBED5-BC5A-4062-B9E6-05FD498D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295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Requirement, files, risk tags, capabilities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ED68D-1A53-4E32-9F9E-95420539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3835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2EB61-60AB-4A14-9C2F-E743986D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383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41E5C-3FE2-4461-A66A-2338E190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Risk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BC0F8-E140-4A02-9ECE-D6780093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33650"/>
            <a:ext cx="1295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Score and explain impacted business surface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EB17A-EE5D-4D88-9054-2011150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1846F-3C00-40B5-941D-B55C57C7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286F5-B828-425A-823D-73232334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90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Test planning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C8C5D-7318-4B28-A23F-09347EDB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33650"/>
            <a:ext cx="1295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Select smoke, targeted, or full 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A62D7-89A7-440B-83EF-46BABDE0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C8725-8D4C-4AB2-B8C5-D5BCFC87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9CFAA-F937-454E-85C4-9F811CF5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Test Cloud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55ED2-314A-4E60-B875-23E5A74E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1295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Execute and collect IDs, logs,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E4DD0-A03B-421D-AD57-644B4803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91C82-AF9E-441D-BBC9-790ACE8C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94952-3DCF-47FE-BAD7-8E4537A8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Triage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23127-8CCE-4B32-B62A-27BCDA3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1295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Classify failures and recommend fixes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9DDE0-F0B6-4E40-823C-79500C7C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81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5E782-0002-4911-933E-75AA7CDF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051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6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2437E-0A1F-4EBA-871A-67584257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3578F1-8443-4B93-B4F4-2A14D681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6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1B40EE-8FA9-4E80-88E8-0B6E9E77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7579FF-7E1D-46D5-A7CA-4D2EFF30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6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1D488-F15D-49FE-A88D-60199611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6E7730-5E23-4D25-970D-72CEA365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6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217DD7-DE01-49C5-9157-1EADE272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71950"/>
            <a:ext cx="619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BFCDE-A100-48CD-AA96-966DDB93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719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D65D3F-2F4E-4064-86E3-52487BCF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24350"/>
            <a:ext cx="586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ReleaseGate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5BE9E4-B8B9-4C6D-B83F-27E30F0B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7250"/>
            <a:ext cx="586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Approves clean low-risk changes, blocks likely product bugs, and sends low-confidence or timed-out evidence to human review.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95BE09-D444-492D-BB44-F46397A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71950"/>
            <a:ext cx="1295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8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2B2336-8A30-44C6-9A21-7871BC40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38650"/>
            <a:ext cx="102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6C2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06C25"/>
                </a:solidFill>
                <a:latin typeface="Aptos"/>
                <a:ea typeface="Aptos"/>
                <a:cs typeface="Aptos"/>
              </a:rPr>
              <a:t>Action Center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04D69C-DA18-4877-BE3E-E9FF477A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815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human approval boundary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B6584B-2028-42B4-8F15-C58EF235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7DE70C-69EA-4656-B37C-86F7DD6A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UiPath AgentHack Track 3: Test Cloud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01D6FB-DABF-4733-B02D-A21C0194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72306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32CD3-6F38-4B1B-9982-4B8C63CB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E62A8-0221-4697-AC5D-D06DE13D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4BDB1-EDD2-4E75-A2A5-48A2C9E5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RELEASE 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C81AC-4B85-44C6-9CF9-49C73DDA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UiPath is the execution, evidence, and governance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4E9BE-D346-436F-9BD7-5FFFBBC6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DAEC7-0FF8-4300-AE8E-9C55ABF7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2FD1A-ECEC-4A86-991D-ECB1393D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Test Cloud / Test 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E6C92-E8BB-4A2E-AA6D-004F825F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Stores test cases, test sets, executions, reports, attachments, and results used as release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3E1ED-F6BD-4C0A-BB93-02170103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1925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86DEA-9DE0-4F0C-B694-15C68282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19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06733-2890-4C0D-B8D7-534AD92C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716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UiPath CLI + Coding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6B544-E909-4269-ADB0-C9B57D54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Codex can use UiPath skills and `uip tm` to run tests, wait for completion, and inspect failures.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9358C-E672-4C91-ABC8-D6818886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1925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395C7-914C-46E0-84E9-3005C858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19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44355-DB24-4328-9669-312F097F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API Workflows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56C09-0001-44F2-8CB1-AD9AF3C3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14550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Expose deterministic tools for analyze-change, select-tests, triage-results, and release-verdict.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E2A8B-DFDC-4EF3-9E46-2B2024C4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814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D02BA-81E4-4EED-AAB6-C8E3C24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8140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36CA2-D335-4334-A84A-EC16ED19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Agent Builder / Coded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5F195-2838-4C3D-8149-1426A190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76700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Runs the Release Sentinel logic under platform governance with reusable tool descriptions.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D0044-A086-4190-A846-B4A12701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814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67A0C-7328-4B25-8C49-2E56923E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8140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632AF-9EEB-4F7B-A47C-442206A9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338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Action Center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B19A5-0C71-4C6F-A346-B9DFB157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76700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Receives low-confidence triage, timeout, and critical-risk approval tasks for humans in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7C066C-C6CF-4BF6-A6F3-1012ACE9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054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D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A1B76-CB1F-4CF8-B8B6-48E8B332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8165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D7B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B62"/>
                </a:solidFill>
                <a:latin typeface="Aptos"/>
                <a:ea typeface="Aptos"/>
                <a:cs typeface="Aptos"/>
              </a:rPr>
              <a:t>Automation Cloud control plane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C57516-C48A-43A5-BF61-54BE6FCB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858EC-8CC6-4024-BE1C-08D27DA6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UiPath AgentHack Track 3: Test Cloud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57105-01FE-4B02-B85C-BDB75EDD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05930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FF35DA-822F-4B15-A866-B617DB02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947BB-C6DF-4762-8A6A-79354C56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47E56-570E-4ADC-BFC3-2E93150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RELEASE 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29448-FCCC-489D-8D85-EFC9B14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Demo scenario: ClaimsPilot eligibility routing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D1D96-AF75-47B6-8909-E032807A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857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222B7-6410-435D-8F8F-5ED16DB8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6BDEA-D2F1-477D-BCF0-91BF1F06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Change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F03D4-E28C-4A1C-B3AC-F3A99D88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533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Requirement: Claims with injuries or high-value exposure must route to adjuster review before straight-through settlement.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Changed files: eligibility.py, routing_rules.py, claim-routing.md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Risk tags: customer impact, regulated decision, human in loop, new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6AD53-FAC7-4260-AF07-EDF25C97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D76CA-104A-40AF-9BE2-3C388CEF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13A3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3A34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CC694-4F81-4093-807E-B60BBA8E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risk score in the default demo 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541FA-851A-4536-88D7-B781907B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192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DA0E7-3574-4013-9946-EE3A896E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3B3A4-7B1F-483C-BC98-3EF0D686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impacted capabilities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17FCA-8128-4058-B835-9AB68001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192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F7A40-EA65-4B9D-BE49-6A6DBF65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7B6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D7B6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C27B0-B5B1-4D0D-94C6-D41C88D1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4790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targeted suites selected before full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43C18-0464-49F7-87D4-F9DD1C8B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F1EA5-5D65-4C21-B492-4C83D77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claim intake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A475B-C0CE-482C-9D1E-E2E09E47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D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82002-39B7-4C37-8FDA-8EE452C2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D7B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B62"/>
                </a:solidFill>
                <a:latin typeface="Aptos"/>
                <a:ea typeface="Aptos"/>
                <a:cs typeface="Aptos"/>
              </a:rPr>
              <a:t>eligibility routing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38DF4-FB94-4DB2-BFCA-36B86EE7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8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20D98-FACF-4D12-BF91-551A6F82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06C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6C25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CA6F7-4DF2-4733-98CA-5EFBB91F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F5EAC-EEE4-4788-BFF3-80A36782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757827-6DD7-4EB0-A843-41FF2627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62450"/>
            <a:ext cx="4914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508E92-AE21-45D7-9FDB-29561C64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624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CF696-F95A-42B6-A335-3A0E859E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1485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Why judges should care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3A602-11E2-4117-BCAD-354BABC6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57750"/>
            <a:ext cx="4591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It is a realistic enterprise release decision: regulated routing changed, tests must be targeted, and humans need control when evidence is incomplete.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18780-4381-41A6-B722-769DFF2F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B8041-F3E5-4229-91E4-A4C9C2B1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UiPath AgentHack Track 3: Test Cloud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DE2928-5FBC-460F-ABB6-E58DCF7E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35391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0C3B7-EAAD-4F8B-8CA5-F3FE417A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BD041-628E-4437-BE81-DFDA4E48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F2C20-A699-4112-AF6E-4E428E9A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RELEASE 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51724-EE02-4B48-93CE-325989E0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The planner chooses the smallest evidence set that protects the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A6698-5696-4ED9-983A-D1CE3BC7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6BA9F-F1D6-4B71-B87F-7D09E11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1B85A-6ACC-4DEE-BE67-0C76D22E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Low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1CC33-110F-4678-AC68-0B961DD7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7B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7B62"/>
                </a:solidFill>
                <a:latin typeface="Aptos"/>
                <a:ea typeface="Aptos"/>
                <a:cs typeface="Aptos"/>
              </a:rPr>
              <a:t>Smoke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9A661-DB0A-4418-B0F4-9FE2FFB0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466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Copy/docs/test-only changes run the baseline release gate.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8C357-3161-4B6C-AB33-962615C3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885F2-F4E8-46E1-B6C5-D8742C8B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449F5-BF26-48E3-9A62-E5FBEFCB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Medium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CAA73-3B1A-4E5F-BA92-CAE7C3A1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051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Smoke + targeted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66429-BC3A-4221-9A86-828FD190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466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Impacted capabilities map to focused Test Manager test sets.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9C0A9-FA87-4C30-9E3B-9EB4FA2D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2DBD3-6C90-4231-B999-A9437A6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21C4A-698B-4029-B9D6-A5F4F0DC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High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42DCD-9751-46E4-A712-7B57FA7F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06C2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06C25"/>
                </a:solidFill>
                <a:latin typeface="Aptos"/>
                <a:ea typeface="Aptos"/>
                <a:cs typeface="Aptos"/>
              </a:rPr>
              <a:t>Smoke + targeted regression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2BADB-6810-447D-A62B-9079C6A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466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Customer-impacting logic runs the broader ClaimsPilot slice.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0A6CE-5E3A-4B6B-AA83-27987C9A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316F9-14EC-4606-B21D-BA32E187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26C7D-8BDA-4887-98D6-CBCFDE8E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Critical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6A513-2BE4-4258-886B-2998D24A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339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13A3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13A34"/>
                </a:solidFill>
                <a:latin typeface="Aptos"/>
                <a:ea typeface="Aptos"/>
                <a:cs typeface="Aptos"/>
              </a:rPr>
              <a:t>Full regression +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7976D-6E42-4696-BB16-636011CE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466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Critical changes require complete evidence and human approval.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442C38-4930-4911-B420-63422735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867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5250B-CB4C-4DC0-B9CF-935E4E2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E2970C-195C-4A5D-897F-1926BC46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954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Default demo selection: SMOKE + ELIGIBILITY_TARGETED + CLAIMS_TARGETED_REGRESSION + FULL_REGRESSION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746748-9CBD-4C22-AD1A-AE5B6FA2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4E449A-9BA6-4D42-86DD-2BAED116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UiPath AgentHack Track 3: Test Cloud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893AC4-CE69-4802-83DE-6394DDDA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27381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EB56A0-F7A6-4CEE-A6CF-57A224D2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FDD28-831D-4D6E-BAED-725C1883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51362-F9F4-4517-99F7-1F06F9FB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RELEASE 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2448C-4551-4F4D-9940-24F2E4D1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Failure triage turns raw test logs into release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7BA16-639D-4CE5-9F5F-17BBB579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14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02D5C-3E2F-47ED-902D-6D5D1C6F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46CA7-6115-4B2A-8AD8-E48D8211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Example failing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010CE-494D-49B6-A5C5-6994F07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591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TC-ELIGIBILITY-101</a:t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Injury claim requires adjuster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Assertion: expected route adjuster_review but received straight_through.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A4F87-662E-41BD-B59A-0FDB4E8B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4914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8432A-BE9B-4BF4-BD5C-EBA7CCAF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C5609-8DEE-4A73-803A-28E2A57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7165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Agent 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BFB4E-00CE-4BED-8EAB-8A881C3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4591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Category: product bug</a:t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Confidence: 0.90</a:t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Recommended fix: review eligibility/routing rule and add explicit approval for affected claim classes.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B117F-272E-452E-83AF-83ADB605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B591A-94B1-48DE-AB5E-E41439A5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971F4-5D81-40C9-B95B-0C7B580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Product bug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26AE3-ED78-41D1-A242-50F78BC2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Block release when behavior regresses.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09F60-059D-47E8-B78C-899BFC1B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0A4EE-CC20-4CF8-A596-8F6BB964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32648-A237-4278-8CAC-4279EB08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Test fragility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9E827-EB87-4CD4-88FC-863384E5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Repair selector or UI descriptor before blocking.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4B7AC-543F-4DEE-B97A-AE3A945F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B8BBD-D57C-43CC-867C-4FD507AA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23212-DBBD-447F-8E77-61EA269D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910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Test data issue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735E7-8957-4487-93FA-02F6D8AF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339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Refresh synthetic data and rerun.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26DC3-294C-4AAE-8E99-A3969F15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860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2724E-B1DB-43D2-9007-B1731BD5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86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9DA72-5231-4531-A5C9-2A5DE0DC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Environment issue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A1CB00-62F6-4D57-AC90-192B7E8B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Check robot capacity or execution folder.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49C19A-C256-41C3-B465-386AD011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3860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0FB14-42BE-40F0-9A62-9C29436C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386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47D14-B076-42D0-B7FE-2BB5BD63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910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Needs human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082F1-7355-491C-AF86-23E4EB29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339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Route to Action Center.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61F271-201A-4F0D-82D0-BEBA314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091301-55BA-4B0C-92A5-792B8377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UiPath AgentHack Track 3: Test Cloud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3F65A1-9D3A-4B88-AFFC-6E2A5A3C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66034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45F39C-85C5-4EB2-A801-B3AA2D54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02489-7B04-4E8D-B371-6BC40241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9225D-B804-4E07-B66D-8A282AA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RELEASE 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37C1E-F784-4083-B29E-2E2055BD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Humans stay in charge at the uncertain release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26F82-FC58-4CC8-B937-7FCCB67B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76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F6D07-5FDC-48B1-9F2B-4B697C7B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7B6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D7B62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1EFBD-9F1E-409E-8D83-145A79CB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Clean evidence and manageable risk.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1CE7F-FA4F-4DB3-AA69-386321A7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19250"/>
            <a:ext cx="2076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9EC88-269A-49B3-BD29-F700C8D1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13A3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3A34"/>
                </a:solidFill>
                <a:latin typeface="Aptos"/>
                <a:ea typeface="Aptos"/>
                <a:cs typeface="Aptos"/>
              </a:rPr>
              <a:t>Block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2EA39-5703-448A-9DD2-FC0F2EAE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79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Likely product bug or unsafe regression.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B9E34-7B81-47C0-B2EB-E8A40558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19250"/>
            <a:ext cx="2076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7BECC-5AEC-4690-93B5-2F12774A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06C2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06C25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EDBAA-F610-42B8-8852-BAA760C9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Timeout, low confidence, or critical-risk override.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ECE98-BC96-4142-8D89-679DBE8D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762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B19BE-554A-4A8D-8177-899FD2BC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500C8-C35F-4F2A-A6D8-7C968911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Action Center payload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5838C-AF68-4693-9963-7EAB8788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44386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Change ID and title</a:t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Risk score and top drivers</a:t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Selected Test Manager sets</a:t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Execution IDs and failed logs</a:t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Triage category and recommendation</a:t>
            </a:r>
          </a:p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Approve, block, or request more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A22A2-4F30-410A-9823-577A46BC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62300"/>
            <a:ext cx="4762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A53C8-790E-44B6-B860-2749FD32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62300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D36A6-F7CD-40E7-89AF-FCA80E1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Governance principle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B1BF8-F374-488C-A6C0-8F01C276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44386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The agent can reason over evidence and propose a decision. It does not hide uncertainty. Release Sentinel creates a review task when the evidence is incomplete, low-confidence, or operationally suspect.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F09EE-544F-4520-822A-C6ABAB15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041901-722C-4914-A3A1-ABDE664A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UiPath AgentHack Track 3: Test Cloud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6C61A-3011-49DC-B443-66C6B2E2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86609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5D2A18-15AB-408A-B958-3A3E61F4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FB67A-D619-4411-B3F3-33C69EE7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42F5D-29AD-4094-8CF6-49CE4B38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RELEASE 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92F8D-9668-4B0E-87E7-EDC6D5FA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Impact: faster release decisions without surrendering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0A71C-BA63-45EA-88AF-DE8C9787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43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82665-E186-4A9C-9D70-A69A9716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7B6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D7B62"/>
                </a:solidFill>
                <a:latin typeface="Aptos"/>
                <a:ea typeface="Aptos"/>
                <a:cs typeface="Aptos"/>
              </a:rPr>
              <a:t>Less waste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1581B-8A42-4D55-AFD3-F51B2803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Low-risk changes avoid unnecessary full regression.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9FA25-CEA8-4746-B692-A0218566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19250"/>
            <a:ext cx="2343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8AD52-70F6-4B18-90A4-EAF6AA50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Targeted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84D76-BBDF-4EE5-BF1A-066CBC06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Risky capabilities get focused Test Cloud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6984C-648C-46DA-B0F8-626B0601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19250"/>
            <a:ext cx="2343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B8214-E683-4065-909D-B546446E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06C2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06C25"/>
                </a:solidFill>
                <a:latin typeface="Aptos"/>
                <a:ea typeface="Aptos"/>
                <a:cs typeface="Aptos"/>
              </a:rPr>
              <a:t>Better triage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DEFAB-9675-4717-B543-532A6501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Failures become product, data, fragility, or review actions.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0A90C-1AAB-4561-8017-05C07B10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343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F7D91-A14E-41FA-8B83-A6DBC011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13A3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13A34"/>
                </a:solidFill>
                <a:latin typeface="Aptos"/>
                <a:ea typeface="Aptos"/>
                <a:cs typeface="Aptos"/>
              </a:rPr>
              <a:t>Audit-ready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C77C0-DF8F-4DE7-B507-42790F1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Every verdict includes drivers, execution IDs, and next steps.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BBF60-82DD-4484-992E-A76F49EA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857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832A5-574F-45D8-B8B5-AF89F0BC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619E6-5311-4C50-809B-90C81BFA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Built for the hackathon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8FDEF-5C62-4661-AC96-C94E42A4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533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Working coded agent, deterministic local demo, API Workflow-ready contracts, Test Manager runner, dashboard, README, setup guide, video script, and deck.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6027E-A4DC-4554-8515-84F83D48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4857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37433-4E42-43DB-9181-0EEDEB4F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32EFC-C248-43D1-BD34-F17681AB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Next scale step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7CDAE-33CE-41EC-BFB4-B14BB1BB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4533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Replace static coverage JSON with Test Manager metadata, add flakiness history, create Action Center tasks directly, and learn impact patterns from past releases.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A5A8D-2C47-44BB-9DF5-D46B4CFB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AFB98-9BB2-47A2-A99F-2E5FBA71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A63"/>
                </a:solidFill>
                <a:latin typeface="Aptos"/>
                <a:ea typeface="Aptos"/>
                <a:cs typeface="Aptos"/>
              </a:rPr>
              <a:t>UiPath AgentHack Track 3: Test Cloud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DFF46-9E46-45DC-A7BE-B5E00250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A6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5484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2026-05-26T00:07:01.3150000Z</dcterms:created>
  <dcterms:modified xsi:type="dcterms:W3CDTF">2026-05-26T00:07:01.3160000Z</dcterms:modified>
</coreProperties>
</file>